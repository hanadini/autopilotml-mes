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344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MDF1 Industrial AI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MDF1 platform goes beyond prediction. It combines machine learning, explainable AI, risk assessment, and recommendation generation to support production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 teams require more than predicted quality values. They need visibility into drivers, risk exposure, and recommended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TrainingService → PredictionService → GUIService → PostgreSQL</a:t>
            </a:r>
          </a:p>
          <a:p>
            <a:r>
              <a:t>A production-oriented architecture for industrial AI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Predicts Density, Bending, E-Modulus, Tensile Strength, and Surface Soundness using best registered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 Layer (SHAP)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SHAP quantifies how each process variable contributed to an individual prediction.</a:t>
            </a:r>
          </a:p>
          <a:p>
            <a:r>
              <a:t>Provides transparent and auditable AI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Impact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contributing variables are ranked by absolute impact.</a:t>
            </a:r>
          </a:p>
          <a:p>
            <a:r>
              <a:t>Allows engineers to focus on the most influential process conditions.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Transforms raw predictions into operational LOW, MEDIUM, HIGH, and CRITICAL risk categories.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Converts technical SHAP outputs into actionable engineering recommendations aligned with production operations.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 Advisor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prediction results, risk levels, top drivers, recommendations, and decision-support guidance in operator-friendly format.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Process Data → Engineered Features → ML Prediction → SHAP Analysis → Risk Assessment → Recommendations → GUI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PostgreSQL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prediction history, model metadata, risk information, diagnostics, and traceability records.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Industrial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Explainable AI</a:t>
            </a:r>
          </a:p>
          <a:p>
            <a:r>
              <a:t>Reduced troubleshooting time</a:t>
            </a:r>
          </a:p>
          <a:p>
            <a:r>
              <a:t>Improved process control</a:t>
            </a:r>
          </a:p>
          <a:p>
            <a:r>
              <a:t>Higher trust in AI recommendations</a:t>
            </a:r>
          </a:p>
          <a:p>
            <a:r>
              <a:t>Knowledge retention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Technical Maturity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Registry-driven model serving</a:t>
            </a:r>
          </a:p>
          <a:p>
            <a:r>
              <a:t>Artifact synchronization</a:t>
            </a:r>
          </a:p>
          <a:p>
            <a:r>
              <a:t>SHAP explainability</a:t>
            </a:r>
          </a:p>
          <a:p>
            <a:r>
              <a:t>Risk scoring</a:t>
            </a:r>
          </a:p>
          <a:p>
            <a:r>
              <a:t>Recommendation generation</a:t>
            </a:r>
          </a:p>
          <a:p>
            <a:r>
              <a:t>Prediction logging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advisor logic</a:t>
            </a:r>
          </a:p>
          <a:p>
            <a:r>
              <a:t>Trend monitoring</a:t>
            </a:r>
          </a:p>
          <a:p>
            <a:r>
              <a:t>What-if simulation</a:t>
            </a:r>
          </a:p>
          <a:p>
            <a:r>
              <a:t>Process optimization recommendations</a:t>
            </a:r>
          </a:p>
          <a:p>
            <a:r>
              <a:t>Operator feedback loop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MDF1 GUI Advisor transforms machine learning outputs into transparent, explainable, and actionable production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301</Words>
  <Application>Microsoft Office PowerPoint</Application>
  <PresentationFormat>On-screen Show (4:3)</PresentationFormat>
  <Paragraphs>47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MDF1 Industrial AI Platform</vt:lpstr>
      <vt:lpstr>Executive Summary</vt:lpstr>
      <vt:lpstr>Business Challenge</vt:lpstr>
      <vt:lpstr>Solution Overview</vt:lpstr>
      <vt:lpstr>Prediction Layer</vt:lpstr>
      <vt:lpstr>Explainability Layer (SHAP)</vt:lpstr>
      <vt:lpstr>Feature Impact Analysis</vt:lpstr>
      <vt:lpstr>Risk Assessment Engine</vt:lpstr>
      <vt:lpstr>Recommendation Engine</vt:lpstr>
      <vt:lpstr>GUI Advisor</vt:lpstr>
      <vt:lpstr>Data Flow</vt:lpstr>
      <vt:lpstr>PostgreSQL Integration</vt:lpstr>
      <vt:lpstr>Industrial Benefits</vt:lpstr>
      <vt:lpstr>Current Technical Maturity</vt:lpstr>
      <vt:lpstr>Future Roadmap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MDF1 Industrial AI Platform</dc:title>
  <dc:subject/>
  <dc:creator>Azat, Eda</dc:creator>
  <cp:keywords/>
  <dc:description>generated using python-pptx</dc:description>
  <cp:lastModifiedBy>Azat, Eda</cp:lastModifiedBy>
  <cp:revision>2</cp:revision>
  <dcterms:created xsi:type="dcterms:W3CDTF">2013-01-27T09:14:16Z</dcterms:created>
  <dcterms:modified xsi:type="dcterms:W3CDTF">2026-06-02T13:18:39Z</dcterms:modified>
  <cp:category/>
</cp:coreProperties>
</file>