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d83035-1e62-41c4-a577-38aafc5bfc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MDF1 Industrial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3891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E6F0"/>
                </a:solidFill>
              </a:defRPr>
            </a:pPr>
            <a:r>
              <a:t>Executive overview of GUI Advisor, SHAP explainability, risk assessment and recommendation engine.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f15783b-ffcc-444e-8170-966ff50401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GUI 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3891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E6F0"/>
                </a:solidFill>
              </a:defRPr>
            </a:pPr>
            <a:r>
              <a:t>Transforms ML predictions into operator-facing recommendations and decision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64597f5-1274-447b-be84-dada47ea64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What-If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3891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E6F0"/>
                </a:solidFill>
              </a:defRPr>
            </a:pPr>
            <a:r>
              <a:t>Scenario analysis for process optimization and production planning.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f6cbec6-6fad-44e8-bd5c-f921284045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Prediction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3891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E6F0"/>
                </a:solidFill>
              </a:defRPr>
            </a:pPr>
            <a:r>
              <a:t>Traceability, monitoring, KPIs and prediction history.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3428984-193a-4ab1-b54d-e26b86efe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Decision Support &amp;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3891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E6F0"/>
                </a:solidFill>
              </a:defRPr>
            </a:pPr>
            <a:r>
              <a:t>Historical comparison, recommendation tracking and continuous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